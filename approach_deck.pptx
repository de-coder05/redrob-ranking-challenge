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0"/>
          </a:xfrm>
          <a:prstGeom prst="line">
            <a:avLst/>
          </a:prstGeom>
          <a:noFill/>
          <a:ln w="381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68680"/>
            <a:ext cx="9144000" cy="0"/>
          </a:xfrm>
          <a:prstGeom prst="line">
            <a:avLst/>
          </a:prstGeom>
          <a:noFill/>
          <a:ln w="381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737360"/>
            <a:ext cx="9144000" cy="0"/>
          </a:xfrm>
          <a:prstGeom prst="line">
            <a:avLst/>
          </a:prstGeom>
          <a:noFill/>
          <a:ln w="381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2606040"/>
            <a:ext cx="9144000" cy="0"/>
          </a:xfrm>
          <a:prstGeom prst="line">
            <a:avLst/>
          </a:prstGeom>
          <a:noFill/>
          <a:ln w="381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74720"/>
            <a:ext cx="9144000" cy="0"/>
          </a:xfrm>
          <a:prstGeom prst="line">
            <a:avLst/>
          </a:prstGeom>
          <a:noFill/>
          <a:ln w="381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343400"/>
            <a:ext cx="9144000" cy="0"/>
          </a:xfrm>
          <a:prstGeom prst="line">
            <a:avLst/>
          </a:prstGeom>
          <a:noFill/>
          <a:ln w="381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097280"/>
            <a:ext cx="109728" cy="29260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051560"/>
            <a:ext cx="68580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Ranking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6858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Keywords: How a Great Recruiter Really Reads a Profile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" y="4160520"/>
            <a:ext cx="2834640" cy="4114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InnoCoders | Redrob Hackathon 2025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132320" y="365760"/>
            <a:ext cx="2286000" cy="2286000"/>
          </a:xfrm>
          <a:prstGeom prst="ellipse">
            <a:avLst/>
          </a:prstGeom>
          <a:solidFill>
            <a:srgbClr val="2B3D8F">
              <a:alpha val="25000"/>
            </a:srgbClr>
          </a:solidFill>
          <a:ln w="6350">
            <a:solidFill>
              <a:srgbClr val="CADCFC">
                <a:alpha val="4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0" y="2286000"/>
            <a:ext cx="1645920" cy="1645920"/>
          </a:xfrm>
          <a:prstGeom prst="ellipse">
            <a:avLst/>
          </a:prstGeom>
          <a:solidFill>
            <a:srgbClr val="2B3D8F">
              <a:alpha val="15000"/>
            </a:srgbClr>
          </a:solidFill>
          <a:ln w="6350">
            <a:solidFill>
              <a:srgbClr val="CADCFC">
                <a:alpha val="4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0" y="2926080"/>
            <a:ext cx="1097280" cy="1097280"/>
          </a:xfrm>
          <a:prstGeom prst="ellipse">
            <a:avLst/>
          </a:prstGeom>
          <a:solidFill>
            <a:srgbClr val="2B3D8F">
              <a:alpha val="20000"/>
            </a:srgbClr>
          </a:solidFill>
          <a:ln w="6350">
            <a:solidFill>
              <a:srgbClr val="CADCFC">
                <a:alpha val="4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2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Keyword Filters Fail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8412480" cy="914400"/>
          </a:xfrm>
          <a:prstGeom prst="rect">
            <a:avLst/>
          </a:prstGeom>
          <a:solidFill>
            <a:srgbClr val="EF4444">
              <a:alpha val="10000"/>
            </a:srgbClr>
          </a:solidFill>
          <a:ln w="12700">
            <a:solidFill>
              <a:srgbClr val="EF444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96012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TRAP: </a:t>
            </a:r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Marketing Manager with PyTorch, FAISS, LLM in their skills list ranks ahead of an ML Engineer with 7 years of production retrieval work — because they have more matching keywords.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2075688"/>
            <a:ext cx="329184" cy="329184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0756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05740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density ≠ domain expertise — the JD explicitly calls this out as a trap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2734056"/>
            <a:ext cx="329184" cy="329184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7340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04672" y="2715768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section is self-reported and trivial to game — anyone can list FAISS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3392424"/>
            <a:ext cx="329184" cy="329184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3392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" y="3374136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perfect-on-paper candidate inactive for 6 months is, for hiring, not available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4050792"/>
            <a:ext cx="329184" cy="329184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4050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04672" y="4032504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recruiters read career arcs, not skill checklists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Approach: Five-Dimensional Scoring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profile like a great recruiter would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261872"/>
            <a:ext cx="1572768" cy="3291840"/>
          </a:xfrm>
          <a:prstGeom prst="rect">
            <a:avLst/>
          </a:prstGeom>
          <a:solidFill>
            <a:srgbClr val="2B3D8F"/>
          </a:solidFill>
          <a:ln w="12700">
            <a:solidFill>
              <a:srgbClr val="3B82F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261872"/>
            <a:ext cx="1572768" cy="137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417320"/>
            <a:ext cx="15727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93192" y="2084832"/>
            <a:ext cx="142646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&amp; Role Relevance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93192" y="2834640"/>
            <a:ext cx="1426464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Four-tier taxonomy based on actual job function — ML Engineer scores far above Marketing Manager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039112" y="1261872"/>
            <a:ext cx="1572768" cy="3291840"/>
          </a:xfrm>
          <a:prstGeom prst="rect">
            <a:avLst/>
          </a:prstGeom>
          <a:solidFill>
            <a:srgbClr val="2B3D8F"/>
          </a:solidFill>
          <a:ln w="12700">
            <a:solidFill>
              <a:srgbClr val="F5A62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039112" y="1261872"/>
            <a:ext cx="1572768" cy="1371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39112" y="1417320"/>
            <a:ext cx="15727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112264" y="2084832"/>
            <a:ext cx="142646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Depth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12264" y="2834640"/>
            <a:ext cx="1426464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actually built, not just what they listed — career descriptions are ground truth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758184" y="1261872"/>
            <a:ext cx="1572768" cy="3291840"/>
          </a:xfrm>
          <a:prstGeom prst="rect">
            <a:avLst/>
          </a:prstGeom>
          <a:solidFill>
            <a:srgbClr val="2B3D8F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758184" y="1261872"/>
            <a:ext cx="1572768" cy="1371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58184" y="1417320"/>
            <a:ext cx="15727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831336" y="2084832"/>
            <a:ext cx="142646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Quality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831336" y="2834640"/>
            <a:ext cx="1426464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companies, stable trajectory, right industry — consulting-only careers penalised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77256" y="1261872"/>
            <a:ext cx="1572768" cy="3291840"/>
          </a:xfrm>
          <a:prstGeom prst="rect">
            <a:avLst/>
          </a:prstGeom>
          <a:solidFill>
            <a:srgbClr val="2B3D8F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77256" y="1261872"/>
            <a:ext cx="1572768" cy="13716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77256" y="1417320"/>
            <a:ext cx="15727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17%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5550408" y="2084832"/>
            <a:ext cx="142646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Fit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550408" y="2834640"/>
            <a:ext cx="1426464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6-8 year YOE curve; recency of ML titles; evidence of production deployment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196328" y="1261872"/>
            <a:ext cx="1572768" cy="3291840"/>
          </a:xfrm>
          <a:prstGeom prst="rect">
            <a:avLst/>
          </a:prstGeom>
          <a:solidFill>
            <a:srgbClr val="2B3D8F"/>
          </a:solidFill>
          <a:ln w="12700">
            <a:solidFill>
              <a:srgbClr val="FB923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96328" y="1261872"/>
            <a:ext cx="1572768" cy="13716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96328" y="1417320"/>
            <a:ext cx="15727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7269480" y="2084832"/>
            <a:ext cx="142646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 Availability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269480" y="2834640"/>
            <a:ext cx="1426464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we actually hire them? Activity, response rate, notice period, GitHub engagement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57200" y="470916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is a soft multiplier (×0.70 – ×1.00, Pune/Noida preferred). Hard disqualifier penalties stack multiplicatively on top.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2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Depth: Catching the Keyword Stuffer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7498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914400"/>
            <a:ext cx="81381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Skills claimed must be backed by career evidence. The career description is ground truth.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901952"/>
            <a:ext cx="502920" cy="5303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901952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1929384"/>
            <a:ext cx="3566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descriptions are weighted at 45% of tech score — the hardest signal to fake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706624"/>
            <a:ext cx="502920" cy="5303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706624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2734056"/>
            <a:ext cx="3566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list contributes 35%, but is cross-validated against career description evidence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3511296"/>
            <a:ext cx="502920" cy="5303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3511296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3538728"/>
            <a:ext cx="3566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assessment scores provide independent 3rd-party validation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46320" y="1828800"/>
            <a:ext cx="39319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846320" y="1828800"/>
            <a:ext cx="3931920" cy="4114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18288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 PENALTY RULES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0" y="237744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≥3 advanced ML skills claimed + zero ML evidence in career descriptions → skill score × 0.25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029200" y="3182112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≥3 advanced ML skills + weak ML evidence in descriptions → skill score × 0.55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29200" y="3986784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Skills with high endorsements but unsupported by role history → discounted proportionally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65760" y="4407408"/>
            <a:ext cx="8412480" cy="594360"/>
          </a:xfrm>
          <a:prstGeom prst="rect">
            <a:avLst/>
          </a:prstGeom>
          <a:solidFill>
            <a:srgbClr val="EF4444">
              <a:alpha val="12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4407408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</a:t>
            </a:r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listed as 'advanced' by a Frontend Engineer whose career is entirely React/QA/Android. No FAISS in any job description. Skill score discounted by 75%.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Tier Taxonomy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title is the strongest single signal — but career-peak also counts (65% / 35% split)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1261872"/>
            <a:ext cx="960120" cy="6858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261872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20040" y="1664208"/>
            <a:ext cx="960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89888" y="1261872"/>
            <a:ext cx="7406640" cy="685800"/>
          </a:xfrm>
          <a:prstGeom prst="rect">
            <a:avLst/>
          </a:prstGeom>
          <a:solidFill>
            <a:srgbClr val="2B3D8F"/>
          </a:solidFill>
          <a:ln w="635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08760" y="12984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Fit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508760" y="1609344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Engineer, NLP Engineer, Search Engineer, Recommendation Engineer, Applied ML Engineer, Applied Scientist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" y="2157984"/>
            <a:ext cx="960120" cy="6858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2157984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" y="2560320"/>
            <a:ext cx="960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389888" y="2157984"/>
            <a:ext cx="7406640" cy="685800"/>
          </a:xfrm>
          <a:prstGeom prst="rect">
            <a:avLst/>
          </a:prstGeom>
          <a:solidFill>
            <a:srgbClr val="2B3D8F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508760" y="21945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Signal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508760" y="2505456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Scientist, Senior Data Scientist, AI Research Engineer, AI Specialist, MLOps Engineer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3054096"/>
            <a:ext cx="960120" cy="6858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3054096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20040" y="3456432"/>
            <a:ext cx="960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389888" y="3054096"/>
            <a:ext cx="7406640" cy="685800"/>
          </a:xfrm>
          <a:prstGeom prst="rect">
            <a:avLst/>
          </a:prstGeom>
          <a:solidFill>
            <a:srgbClr val="2B3D8F"/>
          </a:solidFill>
          <a:ln w="6350">
            <a:solidFill>
              <a:srgbClr val="F5A62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508760" y="3090672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— Verify Skills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508760" y="3401568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Engineer, Senior Software Engineer, Data Engineer, Backend Engineer, Full Stack Developer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" y="3950208"/>
            <a:ext cx="960120" cy="6858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395020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DISQUAL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0040" y="4352544"/>
            <a:ext cx="960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×0.25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389888" y="3950208"/>
            <a:ext cx="7406640" cy="685800"/>
          </a:xfrm>
          <a:prstGeom prst="rect">
            <a:avLst/>
          </a:prstGeom>
          <a:solidFill>
            <a:srgbClr val="2B3D8F"/>
          </a:solidFill>
          <a:ln w="6350">
            <a:solidFill>
              <a:srgbClr val="EF444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08760" y="3986784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Penalty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508760" y="429768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Manager, HR Manager, Accountant, Civil Engineer, Mechanical Engineer, Sales Executive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2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Disqualifiers from the JD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87552"/>
            <a:ext cx="749808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987552"/>
            <a:ext cx="7498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×0.25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170432" y="987552"/>
            <a:ext cx="7635240" cy="594360"/>
          </a:xfrm>
          <a:prstGeom prst="rect">
            <a:avLst/>
          </a:prstGeom>
          <a:solidFill>
            <a:srgbClr val="FFFFFF"/>
          </a:solidFill>
          <a:ln w="10160">
            <a:solidFill>
              <a:srgbClr val="EF444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325880" y="102412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Irrelevant current title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25880" y="1289304"/>
            <a:ext cx="7223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Manager, Marketing Manager, Accountant, Sales Executive in current role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1792224"/>
            <a:ext cx="749808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792224"/>
            <a:ext cx="7498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×0.50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170432" y="1792224"/>
            <a:ext cx="7635240" cy="594360"/>
          </a:xfrm>
          <a:prstGeom prst="rect">
            <a:avLst/>
          </a:prstGeom>
          <a:solidFill>
            <a:srgbClr val="FFFFFF"/>
          </a:solidFill>
          <a:ln w="10160">
            <a:solidFill>
              <a:srgbClr val="EF444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325880" y="1828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 career in consulting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25880" y="2093976"/>
            <a:ext cx="7223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&gt;85% of tenure at TCS/Infosys/Wipro/Accenture/Cognizant/Capgemini/HCL and similar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" y="2596896"/>
            <a:ext cx="749808" cy="5943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2596896"/>
            <a:ext cx="7498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×0.60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170432" y="2596896"/>
            <a:ext cx="7635240" cy="594360"/>
          </a:xfrm>
          <a:prstGeom prst="rect">
            <a:avLst/>
          </a:prstGeom>
          <a:solidFill>
            <a:srgbClr val="FFFFFF"/>
          </a:solidFill>
          <a:ln w="1016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325880" y="263347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 candidate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325880" y="2898648"/>
            <a:ext cx="7223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Inactive for 6+ months AND open_to_work_flag is 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" y="3401568"/>
            <a:ext cx="749808" cy="5943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" y="3401568"/>
            <a:ext cx="7498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×0.55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1170432" y="3401568"/>
            <a:ext cx="7635240" cy="594360"/>
          </a:xfrm>
          <a:prstGeom prst="rect">
            <a:avLst/>
          </a:prstGeom>
          <a:solidFill>
            <a:srgbClr val="FFFFFF"/>
          </a:solidFill>
          <a:ln w="1016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325880" y="343814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CV/Speech without NLP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325880" y="3703320"/>
            <a:ext cx="7223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or Speech Engineer with zero NLP/retrieval/search crossover in career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" y="4206240"/>
            <a:ext cx="749808" cy="5943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0040" y="4206240"/>
            <a:ext cx="7498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×0.85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1170432" y="4206240"/>
            <a:ext cx="7635240" cy="594360"/>
          </a:xfrm>
          <a:prstGeom prst="rect">
            <a:avLst/>
          </a:prstGeom>
          <a:solidFill>
            <a:srgbClr val="FFFFFF"/>
          </a:solidFill>
          <a:ln w="10160">
            <a:solidFill>
              <a:srgbClr val="F5A62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325880" y="4242816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notice period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325880" y="4507992"/>
            <a:ext cx="7223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period &gt; 90 days (JD prefers sub-30 days, can buy out up to 30)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20040" y="4800600"/>
            <a:ext cx="8503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penalties are multiplicative. A ghost Marketing Manager at a consulting firm could receive ×0.25 × ×0.50 × ×0.60 = ×0.075 final multiplier.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2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Honeypot Defense: Internal-Consistency Verification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914400"/>
            <a:ext cx="8138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 contains planted “honeypot” profiles that look perfect but are subtly impossible. We verify every profile against itself.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41148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828800"/>
            <a:ext cx="91440" cy="11704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88366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Date-arithmetic check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2194560"/>
            <a:ext cx="37947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claims 166 months of tenure but its own start date is 33 months ago — the duration contradicts the dates.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63440" y="1828800"/>
            <a:ext cx="41148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828800"/>
            <a:ext cx="91440" cy="11704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64608" y="188366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Expert-with-zero-use check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64608" y="2194560"/>
            <a:ext cx="37947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claimed at ‘expert’ proficiency with 0 months of actual use — 3+ of these flags the profile.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" y="3127248"/>
            <a:ext cx="41148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3127248"/>
            <a:ext cx="91440" cy="11704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18211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Experience-span check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66928" y="3493008"/>
            <a:ext cx="37947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years-of-experience exceeds the entire span of the career history by 2+ years.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663440" y="3127248"/>
            <a:ext cx="41148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127248"/>
            <a:ext cx="91440" cy="11704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64608" y="318211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Technology-anachronism check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864608" y="3493008"/>
            <a:ext cx="37947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94 months of RAG experience — but RAG has only existed since May 2020. Month-precision release dates for 15 modern AI technologies.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65760" y="4535424"/>
            <a:ext cx="8412480" cy="411480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4535424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141 internally inconsistent profiles detected across 100K candidates — zero appear in our top 100.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 Signals: The Hiring-Reachability Layer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0408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resume means nothing if they don't reply or aren't available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1234440"/>
            <a:ext cx="2743200" cy="1463040"/>
          </a:xfrm>
          <a:prstGeom prst="rect">
            <a:avLst/>
          </a:prstGeom>
          <a:solidFill>
            <a:srgbClr val="2B3D8F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234440"/>
            <a:ext cx="2743200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362456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11480" y="18745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to Work Flag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2203704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— are they actively looking? Highest single weight in availability score.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0040" y="2862072"/>
            <a:ext cx="2743200" cy="1463040"/>
          </a:xfrm>
          <a:prstGeom prst="rect">
            <a:avLst/>
          </a:prstGeom>
          <a:solidFill>
            <a:srgbClr val="2B3D8F"/>
          </a:solidFill>
          <a:ln w="12700">
            <a:solidFill>
              <a:srgbClr val="3B82F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2862072"/>
            <a:ext cx="2743200" cy="10972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299008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11480" y="3502152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Recency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3831336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login &lt; 30 days = full score. &gt;6 months = near-zero. Ghost candidates penalised.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27832" y="1234440"/>
            <a:ext cx="2743200" cy="1463040"/>
          </a:xfrm>
          <a:prstGeom prst="rect">
            <a:avLst/>
          </a:prstGeom>
          <a:solidFill>
            <a:srgbClr val="2B3D8F"/>
          </a:solidFill>
          <a:ln w="12700">
            <a:solidFill>
              <a:srgbClr val="3B82F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27832" y="1234440"/>
            <a:ext cx="2743200" cy="10972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27832" y="1362456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319272" y="18745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Recruiter Response Rate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19272" y="2203704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predictor of engagement. Low response rate = hard to hire even if qualified.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227832" y="2862072"/>
            <a:ext cx="2743200" cy="1463040"/>
          </a:xfrm>
          <a:prstGeom prst="rect">
            <a:avLst/>
          </a:prstGeom>
          <a:solidFill>
            <a:srgbClr val="2B3D8F"/>
          </a:solidFill>
          <a:ln w="12700">
            <a:solidFill>
              <a:srgbClr val="F5A62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27832" y="2862072"/>
            <a:ext cx="2743200" cy="10972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27832" y="299008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3319272" y="3502152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Period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319272" y="3831336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JD prefers ≤30 days. Can buy out up to 30. &gt;90 days → 0.85× global penalty.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135624" y="1234440"/>
            <a:ext cx="2743200" cy="1463040"/>
          </a:xfrm>
          <a:prstGeom prst="rect">
            <a:avLst/>
          </a:prstGeom>
          <a:solidFill>
            <a:srgbClr val="2B3D8F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35624" y="1234440"/>
            <a:ext cx="2743200" cy="1097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35624" y="1362456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6227064" y="18745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Completion Rate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227064" y="2203704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signal — do they attend scheduled interviews?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135624" y="2862072"/>
            <a:ext cx="2743200" cy="1463040"/>
          </a:xfrm>
          <a:prstGeom prst="rect">
            <a:avLst/>
          </a:prstGeom>
          <a:solidFill>
            <a:srgbClr val="2B3D8F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135624" y="2862072"/>
            <a:ext cx="2743200" cy="1097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35624" y="299008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6227064" y="3502152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Activity Score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227064" y="3831336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engagement signal — active open-source contributors score higher.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2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Top 10 Shortlisted Candidates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84124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200400"/>
                <a:gridCol w="731520"/>
                <a:gridCol w="1371600"/>
                <a:gridCol w="8229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Title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YOE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Location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Score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1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Senior Machine Learning Engineer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6.1 yrs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Pune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</a:rPr>
                        <a:t>1.000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2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Recommendation Systems Engineer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8.0 yrs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Noida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</a:rPr>
                        <a:t>0.868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3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Recommendation Systems Engineer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6.5 yrs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Pune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</a:rPr>
                        <a:t>0.750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4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Applied ML Engineer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7.1 yrs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Gurgaon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</a:rPr>
                        <a:t>0.718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5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Search Engineer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7.6 yrs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Gurgaon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</a:rPr>
                        <a:t>0.700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6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Applied ML Engineer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5.7 yrs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Mumbai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</a:rPr>
                        <a:t>0.651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7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Recommendation Systems Engineer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4.1 yrs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Pune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</a:rPr>
                        <a:t>0.648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8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Lead AI Engineer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6.7 yrs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Jaipur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</a:rPr>
                        <a:t>0.598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9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Senior Data Scientist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7.4 yrs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Delhi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</a:rPr>
                        <a:t>0.597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10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Search Engineer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4.2 yrs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</a:rPr>
                        <a:t>Mumbai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</a:rPr>
                        <a:t>0.596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65760" y="4535424"/>
            <a:ext cx="8412480" cy="384048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4535424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100% of top 100 have ML / AI / Search / NLP titles. Zero honeypots (141 inconsistent profiles detected and excluded).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 Design Choices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20040" y="960120"/>
            <a:ext cx="4206240" cy="43891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60120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NOT Do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581912"/>
            <a:ext cx="310896" cy="310896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581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554480"/>
            <a:ext cx="35661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NOT use keyword count as primary signal — the JD explicitly warns this is the trap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11480" y="2423160"/>
            <a:ext cx="310896" cy="310896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395728"/>
            <a:ext cx="35661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NOT rank by skill quantity alone — quantity without career evidence is noise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11480" y="3264408"/>
            <a:ext cx="310896" cy="310896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3264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3236976"/>
            <a:ext cx="35661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NOT use an LLM API for ranking — must run offline, CPU-only, no network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11480" y="4105656"/>
            <a:ext cx="310896" cy="310896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4105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4078224"/>
            <a:ext cx="35661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NOT reward non-technical titles with AI keywords — ×0.25 penalty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846320" y="960120"/>
            <a:ext cx="4206240" cy="43891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960120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Do Instead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37760" y="1581912"/>
            <a:ext cx="310896" cy="310896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0" y="1581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349240" y="1554480"/>
            <a:ext cx="35661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career description text as primary signal — the hardest signal to fake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937760" y="2423160"/>
            <a:ext cx="310896" cy="310896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49240" y="2395728"/>
            <a:ext cx="35661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Cross-validate skills against actual job descriptions for consistency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937760" y="3264408"/>
            <a:ext cx="310896" cy="310896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0" y="3264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349240" y="3236976"/>
            <a:ext cx="35661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JD's own stated disqualifiers as hard multiplicative penalties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937760" y="4105656"/>
            <a:ext cx="310896" cy="310896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37760" y="4105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349240" y="4078224"/>
            <a:ext cx="35661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recency of ML titles — someone who left ML for 'architecture' penalised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2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 Design &amp; Reproducibility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914400"/>
            <a:ext cx="2651760" cy="1371600"/>
          </a:xfrm>
          <a:prstGeom prst="rect">
            <a:avLst/>
          </a:prstGeom>
          <a:solidFill>
            <a:srgbClr val="1E2761"/>
          </a:solidFill>
          <a:ln w="635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91440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11480" y="1691640"/>
            <a:ext cx="2651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for 100K candidates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(single CPU core)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291840" y="914400"/>
            <a:ext cx="2651760" cy="1371600"/>
          </a:xfrm>
          <a:prstGeom prst="rect">
            <a:avLst/>
          </a:prstGeom>
          <a:solidFill>
            <a:srgbClr val="1E2761"/>
          </a:solidFill>
          <a:ln w="635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91840" y="91440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291840" y="1691640"/>
            <a:ext cx="2651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dependencies and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honeypots in shortlist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72200" y="914400"/>
            <a:ext cx="2651760" cy="1371600"/>
          </a:xfrm>
          <a:prstGeom prst="rect">
            <a:avLst/>
          </a:prstGeom>
          <a:solidFill>
            <a:srgbClr val="1E2761"/>
          </a:solidFill>
          <a:ln w="635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72200" y="91440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141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172200" y="1691640"/>
            <a:ext cx="2651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Internally inconsistent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profiles auto-detected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11480" y="2551176"/>
            <a:ext cx="292608" cy="29260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251460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deterministic — no randomness, no API calls, no GPU required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11480" y="3026664"/>
            <a:ext cx="292608" cy="29260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0266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2990088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Python standard library — zero pip install steps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11480" y="3502152"/>
            <a:ext cx="292608" cy="29260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35021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3465576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reproduce command: python rank.py --candidates ./candidates.jsonl --out ./submission.csv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11480" y="3977640"/>
            <a:ext cx="292608" cy="29260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3977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22960" y="3941064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Passes validate_submission.py with zero errors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11480" y="4453128"/>
            <a:ext cx="292608" cy="29260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" y="4453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22960" y="4416552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and keyword lists documented and easy to recalibrate for a different JD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Intelligent Candidate Ranking — Redrob Hackathon</dc:title>
  <dc:subject>PptxGenJS Presentation</dc:subject>
  <dc:creator>InnoCoders</dc:creator>
  <cp:lastModifiedBy>InnoCoders</cp:lastModifiedBy>
  <cp:revision>1</cp:revision>
  <dcterms:created xsi:type="dcterms:W3CDTF">2026-06-11T17:33:26Z</dcterms:created>
  <dcterms:modified xsi:type="dcterms:W3CDTF">2026-06-11T17:33:26Z</dcterms:modified>
</cp:coreProperties>
</file>